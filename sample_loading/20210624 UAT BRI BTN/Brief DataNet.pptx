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19E1-473B-4984-89DE-D32340791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83785-F4D1-47E0-AD5C-4E7789C4D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0E414-9151-4705-89B8-6463041C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7A830-7C24-409A-95EF-64349E0F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F19EE-7B0C-451B-AEA0-4AE4CDEE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493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F507-2F97-411D-B7DD-4D189F0B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93162-E9BE-4C2C-8CCC-5E2A13591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C10EE-7A8F-47F8-A4ED-1D36F84D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E8F36-3442-4A79-8959-5B887FD1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BDF04-C367-4CFA-91BD-B59BE26D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398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C0CD-D511-46B5-9F93-3BB88A65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B5E66-FF6F-4422-AEDC-9AAD195AB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E404D-DBC2-448F-B793-EBFF048E8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11F2D-22D1-43DD-ACFF-55B826B1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C8BFE-EB57-4255-91CD-6516452C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041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F169-AFB2-49D1-ACBD-1D8F9888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DFD93-E20D-423C-8A17-6037A490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6B46C-91F5-487F-BAE3-85077704F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E8DF9-F412-4EDB-A175-3C7614C7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1597C-A4E0-438C-9539-AF85BA20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AAE6D-85CF-4203-BDF6-ACEC9858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610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494D-1526-42EA-AD89-E6641F266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85996-1E12-4594-A8D2-D108DBAD8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BD126-87F9-4B53-BAD2-E48A0ED7E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C86F7F-4CE5-4338-AAF4-1748F2A08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D70D4-1EDC-456B-8211-2884B233E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374DF7-D573-4171-8818-D86D57B8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D6CA8-30D6-4E65-BA0F-B380929A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119E0-0DCB-47DD-9A63-3D6E4753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484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E1E5-8707-49FF-B1F0-6DBB6469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B4AD5F-95A9-4D51-B3DD-7A33F7D0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87000-446E-4A70-B09A-FFAD8C9B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0CF24-DEED-456D-A481-7DD509C4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55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07652-5E07-4AF0-85CF-834374B9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6385B-9891-4B43-B6DE-62F2C393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DAB7F-7068-4BA4-A1FD-2D3BB30F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381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45B9-900E-485E-AE8C-303E0870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2BAF8-0866-47F5-A2D9-1E9A37100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AD5E9-9604-4058-85D2-9750F16CE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7B95-C430-46E9-BF43-B3F2830D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C90C5-02BB-41A7-B0F4-69DCFC25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59BFF-0048-4464-8D6A-8012F396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718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44BB-53ED-4651-93F8-73BCCA27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0FE28-5937-43F2-9994-E71D00AB2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FD778-8683-4DCD-BAB6-76FB91E3C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3B87-A63B-46DB-824F-CB03DAD7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CB2D2-B2DF-4E8D-AFA0-862F9DB2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7ECD6-CDC5-4B77-B20C-097DD955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383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203D-791D-4E91-89DA-E1439FA7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EF55D-9F4F-4ED2-B8E2-3726C4864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A2585-3F23-40EC-953A-B847F87D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0964F-0A9E-4C19-8DE7-037A70CB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0107F-7418-4416-B98D-213815AB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000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2AFF7-CE9A-4877-87A8-E4D6A3239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81806-784C-4D18-87BD-2D8FD5DAB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D8582-5367-4C3B-9CCB-7BF5AB1C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85BB0-6D9D-4486-A0A7-2C80C060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64BCC-CA06-4BCC-A4E9-EF16B16D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894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F40714-5A8C-4EF0-9D90-56058A90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5240F-1E54-43B2-88A8-C3C56BE53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E271C-C664-409A-81CE-AD3B313F5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84FB-61FC-487E-AA91-03D0FB2C8158}" type="datetimeFigureOut">
              <a:rPr lang="en-ID" smtClean="0"/>
              <a:t>22/06/2021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67361-BB0D-4B55-A321-F0B5A0317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0F97C-7B26-42A7-96BD-EEEACA2FF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CBB3-56C1-411E-8A4F-05CB97D18D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656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11DCD-B87A-4B1E-8068-F0D66482A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301" y="1060319"/>
            <a:ext cx="3243079" cy="20543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7D6EE-657F-4D72-A4B1-5D7770809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89" y="1057275"/>
            <a:ext cx="3243072" cy="205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F1176D-690D-462D-9F72-B4B64DD9960B}"/>
              </a:ext>
            </a:extLst>
          </p:cNvPr>
          <p:cNvSpPr txBox="1"/>
          <p:nvPr/>
        </p:nvSpPr>
        <p:spPr>
          <a:xfrm>
            <a:off x="942975" y="3495675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BTN Regular Card</a:t>
            </a:r>
          </a:p>
          <a:p>
            <a:r>
              <a:rPr lang="en-US" sz="2000" dirty="0"/>
              <a:t>4359 6501xx </a:t>
            </a:r>
            <a:r>
              <a:rPr lang="en-US" sz="2000" dirty="0" err="1"/>
              <a:t>xxxx</a:t>
            </a:r>
            <a:r>
              <a:rPr lang="en-US" sz="2000" dirty="0"/>
              <a:t> xxx</a:t>
            </a:r>
            <a:endParaRPr lang="en-ID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D0F9D-F90F-44BA-8B2E-754EC44EC0CF}"/>
              </a:ext>
            </a:extLst>
          </p:cNvPr>
          <p:cNvSpPr txBox="1"/>
          <p:nvPr/>
        </p:nvSpPr>
        <p:spPr>
          <a:xfrm>
            <a:off x="6465301" y="3495675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BTN Platinum Card</a:t>
            </a:r>
          </a:p>
          <a:p>
            <a:r>
              <a:rPr lang="en-US" sz="2000" dirty="0"/>
              <a:t>4359 6502xx </a:t>
            </a:r>
            <a:r>
              <a:rPr lang="en-US" sz="2000" dirty="0" err="1"/>
              <a:t>xxxx</a:t>
            </a:r>
            <a:r>
              <a:rPr lang="en-US" sz="2000" dirty="0"/>
              <a:t> xxx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66448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E89331-E1C6-4EC9-8C9A-7431F111B2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37" t="17778" r="36288" b="972"/>
          <a:stretch/>
        </p:blipFill>
        <p:spPr>
          <a:xfrm>
            <a:off x="1219200" y="609600"/>
            <a:ext cx="3971636" cy="5572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2DEA9-E523-436C-94F2-486DE254075E}"/>
              </a:ext>
            </a:extLst>
          </p:cNvPr>
          <p:cNvSpPr/>
          <p:nvPr/>
        </p:nvSpPr>
        <p:spPr>
          <a:xfrm>
            <a:off x="866775" y="4905375"/>
            <a:ext cx="4572000" cy="77152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022DF63-8FFF-4AF8-888E-C930CC017EBC}"/>
              </a:ext>
            </a:extLst>
          </p:cNvPr>
          <p:cNvSpPr/>
          <p:nvPr/>
        </p:nvSpPr>
        <p:spPr>
          <a:xfrm>
            <a:off x="5591175" y="5114925"/>
            <a:ext cx="200025" cy="371475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7DC03-A0D8-4D01-A682-F7C2D4CFAF01}"/>
              </a:ext>
            </a:extLst>
          </p:cNvPr>
          <p:cNvSpPr txBox="1"/>
          <p:nvPr/>
        </p:nvSpPr>
        <p:spPr>
          <a:xfrm>
            <a:off x="5943311" y="5065157"/>
            <a:ext cx="4826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mutasi</a:t>
            </a:r>
            <a:r>
              <a:rPr lang="en-US" dirty="0"/>
              <a:t> BRI Point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usah</a:t>
            </a:r>
            <a:r>
              <a:rPr lang="en-US" dirty="0"/>
              <a:t> </a:t>
            </a:r>
            <a:r>
              <a:rPr lang="en-US" dirty="0" err="1"/>
              <a:t>ditampilkan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AC199-B4CE-471C-A54F-A4DDE45D20F7}"/>
              </a:ext>
            </a:extLst>
          </p:cNvPr>
          <p:cNvSpPr txBox="1"/>
          <p:nvPr/>
        </p:nvSpPr>
        <p:spPr>
          <a:xfrm>
            <a:off x="5543261" y="1186934"/>
            <a:ext cx="6077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Desain billing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depan</a:t>
            </a:r>
            <a:r>
              <a:rPr lang="en-US" dirty="0"/>
              <a:t> </a:t>
            </a:r>
            <a:r>
              <a:rPr lang="en-US" dirty="0" err="1"/>
              <a:t>kartu</a:t>
            </a:r>
            <a:r>
              <a:rPr lang="en-US" dirty="0"/>
              <a:t> BTN Gold dan Platinum </a:t>
            </a:r>
            <a:r>
              <a:rPr lang="en-US" dirty="0" err="1"/>
              <a:t>sama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2895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2AC199-B4CE-471C-A54F-A4DDE45D20F7}"/>
              </a:ext>
            </a:extLst>
          </p:cNvPr>
          <p:cNvSpPr txBox="1"/>
          <p:nvPr/>
        </p:nvSpPr>
        <p:spPr>
          <a:xfrm>
            <a:off x="542636" y="682109"/>
            <a:ext cx="661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Desain billing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 </a:t>
            </a:r>
            <a:r>
              <a:rPr lang="en-US" dirty="0" err="1"/>
              <a:t>kartu</a:t>
            </a:r>
            <a:r>
              <a:rPr lang="en-US" dirty="0"/>
              <a:t> BTN Gold dan Platinum </a:t>
            </a:r>
            <a:r>
              <a:rPr lang="en-US" dirty="0" err="1"/>
              <a:t>berbeda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7A8F8-84AD-4822-BCC8-7BFFFC7C4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94" t="17360" r="36328" b="694"/>
          <a:stretch/>
        </p:blipFill>
        <p:spPr>
          <a:xfrm>
            <a:off x="61300" y="1133474"/>
            <a:ext cx="3971925" cy="561975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1364B5-DC11-428D-85E0-9F2B4283CB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094" t="18056" r="36328" b="332"/>
          <a:stretch/>
        </p:blipFill>
        <p:spPr>
          <a:xfrm>
            <a:off x="6207218" y="1133474"/>
            <a:ext cx="3971925" cy="559701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75569A-DC16-483B-81AD-0B8EA39B515D}"/>
              </a:ext>
            </a:extLst>
          </p:cNvPr>
          <p:cNvSpPr txBox="1"/>
          <p:nvPr/>
        </p:nvSpPr>
        <p:spPr>
          <a:xfrm>
            <a:off x="10160093" y="1051441"/>
            <a:ext cx="1815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BTN Regular Card</a:t>
            </a:r>
          </a:p>
          <a:p>
            <a:r>
              <a:rPr lang="en-US" dirty="0"/>
              <a:t>4359 6501xx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9D712-E2A4-4B01-9B81-8701E52A77F8}"/>
              </a:ext>
            </a:extLst>
          </p:cNvPr>
          <p:cNvSpPr txBox="1"/>
          <p:nvPr/>
        </p:nvSpPr>
        <p:spPr>
          <a:xfrm>
            <a:off x="4033225" y="1133474"/>
            <a:ext cx="1942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BTN Platinum Card</a:t>
            </a:r>
          </a:p>
          <a:p>
            <a:r>
              <a:rPr lang="en-US" dirty="0"/>
              <a:t>4359 6502xx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78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2AC199-B4CE-471C-A54F-A4DDE45D20F7}"/>
              </a:ext>
            </a:extLst>
          </p:cNvPr>
          <p:cNvSpPr txBox="1"/>
          <p:nvPr/>
        </p:nvSpPr>
        <p:spPr>
          <a:xfrm>
            <a:off x="477321" y="1269938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</a:t>
            </a:r>
            <a:r>
              <a:rPr lang="en-US" dirty="0" err="1"/>
              <a:t>Kartu</a:t>
            </a:r>
            <a:r>
              <a:rPr lang="en-US" dirty="0"/>
              <a:t> </a:t>
            </a:r>
            <a:r>
              <a:rPr lang="en-US" dirty="0" err="1"/>
              <a:t>Eks</a:t>
            </a:r>
            <a:r>
              <a:rPr lang="en-US" dirty="0"/>
              <a:t> Hana Gold yang </a:t>
            </a:r>
            <a:r>
              <a:rPr lang="en-US" dirty="0" err="1"/>
              <a:t>dikecualikan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BC425-407D-4DED-89A0-4BBBF88C589D}"/>
              </a:ext>
            </a:extLst>
          </p:cNvPr>
          <p:cNvSpPr txBox="1"/>
          <p:nvPr/>
        </p:nvSpPr>
        <p:spPr>
          <a:xfrm>
            <a:off x="542636" y="1728818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4359650100032409</a:t>
            </a:r>
          </a:p>
          <a:p>
            <a:r>
              <a:rPr lang="en-ID" dirty="0"/>
              <a:t>4359650100028605</a:t>
            </a:r>
          </a:p>
          <a:p>
            <a:r>
              <a:rPr lang="en-ID" dirty="0"/>
              <a:t>4359650100027201</a:t>
            </a:r>
          </a:p>
          <a:p>
            <a:r>
              <a:rPr lang="en-ID" dirty="0"/>
              <a:t>4359650100033704</a:t>
            </a:r>
          </a:p>
          <a:p>
            <a:r>
              <a:rPr lang="en-ID" dirty="0"/>
              <a:t>4359650100005009</a:t>
            </a:r>
          </a:p>
          <a:p>
            <a:r>
              <a:rPr lang="en-ID" dirty="0"/>
              <a:t>4359650200026400</a:t>
            </a:r>
          </a:p>
          <a:p>
            <a:r>
              <a:rPr lang="en-ID" dirty="0"/>
              <a:t>4359650100011007</a:t>
            </a:r>
          </a:p>
          <a:p>
            <a:r>
              <a:rPr lang="en-ID" dirty="0"/>
              <a:t>4359650100033209</a:t>
            </a:r>
          </a:p>
          <a:p>
            <a:r>
              <a:rPr lang="en-ID" dirty="0"/>
              <a:t>4359650280004608</a:t>
            </a:r>
          </a:p>
          <a:p>
            <a:r>
              <a:rPr lang="en-ID" dirty="0"/>
              <a:t>4359650200014000</a:t>
            </a:r>
          </a:p>
          <a:p>
            <a:r>
              <a:rPr lang="en-ID" dirty="0"/>
              <a:t>4359650100005108</a:t>
            </a:r>
          </a:p>
          <a:p>
            <a:r>
              <a:rPr lang="en-ID" dirty="0"/>
              <a:t>4359650180007107</a:t>
            </a:r>
          </a:p>
          <a:p>
            <a:r>
              <a:rPr lang="en-ID" dirty="0"/>
              <a:t>4359650100029306</a:t>
            </a:r>
          </a:p>
          <a:p>
            <a:r>
              <a:rPr lang="en-ID" dirty="0"/>
              <a:t>4359650100031500</a:t>
            </a:r>
          </a:p>
          <a:p>
            <a:r>
              <a:rPr lang="en-ID" dirty="0"/>
              <a:t>4359650180003403</a:t>
            </a:r>
          </a:p>
          <a:p>
            <a:r>
              <a:rPr lang="en-ID" dirty="0"/>
              <a:t>4359650100023200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7502B-AF3E-4B95-AFDE-98D1D2619A13}"/>
              </a:ext>
            </a:extLst>
          </p:cNvPr>
          <p:cNvSpPr txBox="1"/>
          <p:nvPr/>
        </p:nvSpPr>
        <p:spPr>
          <a:xfrm>
            <a:off x="477320" y="344652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</a:t>
            </a:r>
            <a:r>
              <a:rPr lang="en-US" dirty="0" err="1"/>
              <a:t>Kartu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BTN</a:t>
            </a:r>
          </a:p>
          <a:p>
            <a:r>
              <a:rPr lang="en-ID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4359650180008105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5098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79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Ryandra Arya Kharisma</dc:creator>
  <cp:lastModifiedBy>Ryandra Arya Kharisma</cp:lastModifiedBy>
  <cp:revision>4</cp:revision>
  <dcterms:created xsi:type="dcterms:W3CDTF">2021-06-22T06:17:15Z</dcterms:created>
  <dcterms:modified xsi:type="dcterms:W3CDTF">2021-06-22T08:03:10Z</dcterms:modified>
</cp:coreProperties>
</file>